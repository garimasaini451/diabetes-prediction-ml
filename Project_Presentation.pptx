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Diabetes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Using Machine Learning — Logistic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Presented by: Garima Saini</a:t>
            </a:r>
          </a:p>
          <a:p>
            <a:pPr>
              <a:spcAft>
                <a:spcPts val="1000"/>
              </a:spcAft>
              <a:defRPr sz="2200"/>
            </a:pPr>
            <a:r>
              <a:t>B.Tech CSE – Data Science, 1st Year</a:t>
            </a:r>
          </a:p>
          <a:p>
            <a:pPr>
              <a:spcAft>
                <a:spcPts val="1000"/>
              </a:spcAft>
              <a:defRPr sz="2200"/>
            </a:pPr>
            <a:r>
              <a:t>COER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Problem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Demonstrate binary classification from tabular health-related attributes.</a:t>
            </a:r>
          </a:p>
          <a:p>
            <a:pPr>
              <a:spcAft>
                <a:spcPts val="1300"/>
              </a:spcAft>
              <a:defRPr sz="2100"/>
            </a:pPr>
            <a:r>
              <a:t>Build a simple, interactive Streamlit interface.</a:t>
            </a:r>
          </a:p>
          <a:p>
            <a:pPr>
              <a:spcAft>
                <a:spcPts val="1300"/>
              </a:spcAft>
              <a:defRPr sz="2100"/>
            </a:pPr>
            <a:r>
              <a:t>Use one classifier: Logistic Regression.</a:t>
            </a:r>
          </a:p>
          <a:p>
            <a:pPr>
              <a:spcAft>
                <a:spcPts val="1300"/>
              </a:spcAft>
              <a:defRPr sz="2100"/>
            </a:pPr>
            <a:r>
              <a:t>Report multiple metrics rather than relying on accuracy alone.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Dataset &amp;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768 synthetic rows; 8 input features and 1 target column.</a:t>
            </a:r>
          </a:p>
          <a:p>
            <a:pPr>
              <a:spcAft>
                <a:spcPts val="1300"/>
              </a:spcAft>
              <a:defRPr sz="2100"/>
            </a:pPr>
            <a:r>
              <a:t>Features: pregnancies, glucose, blood pressure, skin thickness, insulin, BMI, pedigree function, age.</a:t>
            </a:r>
          </a:p>
          <a:p>
            <a:pPr>
              <a:spcAft>
                <a:spcPts val="1300"/>
              </a:spcAft>
              <a:defRPr sz="2100"/>
            </a:pPr>
            <a:r>
              <a:t>Outcome is encoded as 0 or 1.</a:t>
            </a:r>
          </a:p>
          <a:p>
            <a:pPr>
              <a:spcAft>
                <a:spcPts val="1300"/>
              </a:spcAft>
              <a:defRPr sz="2100"/>
            </a:pPr>
            <a:r>
              <a:t>Important: labels are simulated; this is not a verified clinical dataset.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Python for implementation</a:t>
            </a:r>
          </a:p>
          <a:p>
            <a:pPr>
              <a:spcAft>
                <a:spcPts val="1300"/>
              </a:spcAft>
              <a:defRPr sz="2100"/>
            </a:pPr>
            <a:r>
              <a:t>Pandas and NumPy for data handling</a:t>
            </a:r>
          </a:p>
          <a:p>
            <a:pPr>
              <a:spcAft>
                <a:spcPts val="1300"/>
              </a:spcAft>
              <a:defRPr sz="2100"/>
            </a:pPr>
            <a:r>
              <a:t>scikit-learn for preprocessing, training and evaluation</a:t>
            </a:r>
          </a:p>
          <a:p>
            <a:pPr>
              <a:spcAft>
                <a:spcPts val="1300"/>
              </a:spcAft>
              <a:defRPr sz="2100"/>
            </a:pPr>
            <a:r>
              <a:t>Streamlit for the interactive web interface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Load CSV and separate features from target.</a:t>
            </a:r>
          </a:p>
          <a:p>
            <a:pPr>
              <a:spcAft>
                <a:spcPts val="1300"/>
              </a:spcAft>
              <a:defRPr sz="2100"/>
            </a:pPr>
            <a:r>
              <a:t>Use a stratified 80/20 train-test split.</a:t>
            </a:r>
          </a:p>
          <a:p>
            <a:pPr>
              <a:spcAft>
                <a:spcPts val="1300"/>
              </a:spcAft>
              <a:defRPr sz="2100"/>
            </a:pPr>
            <a:r>
              <a:t>Impute selected missing values with medians.</a:t>
            </a:r>
          </a:p>
          <a:p>
            <a:pPr>
              <a:spcAft>
                <a:spcPts val="1300"/>
              </a:spcAft>
              <a:defRPr sz="2100"/>
            </a:pPr>
            <a:r>
              <a:t>Standardize numeric features.</a:t>
            </a:r>
          </a:p>
          <a:p>
            <a:pPr>
              <a:spcAft>
                <a:spcPts val="1300"/>
              </a:spcAft>
              <a:defRPr sz="2100"/>
            </a:pPr>
            <a:r>
              <a:t>Train Logistic Regression and predict on held-out test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Accuracy: overall fraction correct.</a:t>
            </a:r>
          </a:p>
          <a:p>
            <a:pPr>
              <a:spcAft>
                <a:spcPts val="1300"/>
              </a:spcAft>
              <a:defRPr sz="2100"/>
            </a:pPr>
            <a:r>
              <a:t>Precision: reliability of positive predictions.</a:t>
            </a:r>
          </a:p>
          <a:p>
            <a:pPr>
              <a:spcAft>
                <a:spcPts val="1300"/>
              </a:spcAft>
              <a:defRPr sz="2100"/>
            </a:pPr>
            <a:r>
              <a:t>Recall: fraction of actual positives detected.</a:t>
            </a:r>
          </a:p>
          <a:p>
            <a:pPr>
              <a:spcAft>
                <a:spcPts val="1300"/>
              </a:spcAft>
              <a:defRPr sz="2100"/>
            </a:pPr>
            <a:r>
              <a:t>F1-score: balance of precision and recall.</a:t>
            </a:r>
          </a:p>
          <a:p>
            <a:pPr>
              <a:spcAft>
                <a:spcPts val="1300"/>
              </a:spcAft>
              <a:defRPr sz="2100"/>
            </a:pPr>
            <a:r>
              <a:t>ROC-AUC and confusion matrix provide additional insight.</a:t>
            </a:r>
          </a:p>
          <a:p>
            <a:pPr>
              <a:spcAft>
                <a:spcPts val="1300"/>
              </a:spcAft>
              <a:defRPr sz="2100"/>
            </a:pPr>
            <a:r>
              <a:t>Metrics are computed in the app; synthetic-data results are not clinical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Application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Run: streamlit run app.py</a:t>
            </a:r>
          </a:p>
          <a:p>
            <a:pPr>
              <a:spcAft>
                <a:spcPts val="1300"/>
              </a:spcAft>
              <a:defRPr sz="2100"/>
            </a:pPr>
            <a:r>
              <a:t>Enter the eight feature values and click Predict.</a:t>
            </a:r>
          </a:p>
          <a:p>
            <a:pPr>
              <a:spcAft>
                <a:spcPts val="1300"/>
              </a:spcAft>
              <a:defRPr sz="2100"/>
            </a:pPr>
            <a:r>
              <a:t>Review the predicted class and estimated positive-class probability.</a:t>
            </a:r>
          </a:p>
          <a:p>
            <a:pPr>
              <a:spcAft>
                <a:spcPts val="1300"/>
              </a:spcAft>
              <a:defRPr sz="2100"/>
            </a:pPr>
            <a:r>
              <a:t>Open Model evaluation and Dataset tabs to inspect metrics and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Limitations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This is an educational prototype, not a diagnostic tool.</a:t>
            </a:r>
          </a:p>
          <a:p>
            <a:pPr>
              <a:spcAft>
                <a:spcPts val="1300"/>
              </a:spcAft>
              <a:defRPr sz="2100"/>
            </a:pPr>
            <a:r>
              <a:t>Synthetic labels cannot establish real-world performance.</a:t>
            </a:r>
          </a:p>
          <a:p>
            <a:pPr>
              <a:spcAft>
                <a:spcPts val="1300"/>
              </a:spcAft>
              <a:defRPr sz="2100"/>
            </a:pPr>
            <a:r>
              <a:t>For research, use a documented, properly sourced dataset and validate rigorously.</a:t>
            </a:r>
          </a:p>
          <a:p>
            <a:pPr>
              <a:spcAft>
                <a:spcPts val="1300"/>
              </a:spcAft>
              <a:defRPr sz="2100"/>
            </a:pPr>
            <a:r>
              <a:t>Future work: cross-validation, calibration, external validation and careful fairness assessment.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